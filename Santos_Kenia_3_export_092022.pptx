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524F6DE-CC44-4F2D-8F0F-DB054971472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Projet 8 new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0E66245-C9C7-4783-84CB-7B7DF8A7B19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21/10/2022 17:19:45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ational 1" id="2" name="slide2">
            <a:extLst>
              <a:ext uri="{FF2B5EF4-FFF2-40B4-BE49-F238E27FC236}">
                <a16:creationId xmlns:a16="http://schemas.microsoft.com/office/drawing/2014/main" id="{D9D010A1-0ED4-4A2E-839E-405F5ADA27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ational 2" id="3" name="slide3">
            <a:extLst>
              <a:ext uri="{FF2B5EF4-FFF2-40B4-BE49-F238E27FC236}">
                <a16:creationId xmlns:a16="http://schemas.microsoft.com/office/drawing/2014/main" id="{52FD5328-1F2E-41EF-90B3-8E69A8C4E9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égional 1" id="4" name="slide4">
            <a:extLst>
              <a:ext uri="{FF2B5EF4-FFF2-40B4-BE49-F238E27FC236}">
                <a16:creationId xmlns:a16="http://schemas.microsoft.com/office/drawing/2014/main" id="{01FE708C-902C-4D1D-B017-109AFDE393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égional 2" id="5" name="slide5">
            <a:extLst>
              <a:ext uri="{FF2B5EF4-FFF2-40B4-BE49-F238E27FC236}">
                <a16:creationId xmlns:a16="http://schemas.microsoft.com/office/drawing/2014/main" id="{04986037-66A8-45BB-8514-D5B6570928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ue mondial" id="6" name="slide6">
            <a:extLst>
              <a:ext uri="{FF2B5EF4-FFF2-40B4-BE49-F238E27FC236}">
                <a16:creationId xmlns:a16="http://schemas.microsoft.com/office/drawing/2014/main" id="{D6963BE8-FB52-43EF-8766-9E42719C0D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dicateurs spécifiques" id="7" name="slide7">
            <a:extLst>
              <a:ext uri="{FF2B5EF4-FFF2-40B4-BE49-F238E27FC236}">
                <a16:creationId xmlns:a16="http://schemas.microsoft.com/office/drawing/2014/main" id="{E8D50377-E968-4EE8-8605-33D1812657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volution" id="8" name="slide8">
            <a:extLst>
              <a:ext uri="{FF2B5EF4-FFF2-40B4-BE49-F238E27FC236}">
                <a16:creationId xmlns:a16="http://schemas.microsoft.com/office/drawing/2014/main" id="{C4F66C45-D7FB-4389-B793-AF00190886D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2022-10-21T15:19:46Z</dcterms:created>
  <dcterms:modified xsi:type="dcterms:W3CDTF">2022-10-21T15:19:46Z</dcterms:modified>
</cp:coreProperties>
</file>